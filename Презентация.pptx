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" pitchFamily="2" charset="-52"/>
      <p:regular r:id="rId14"/>
    </p:embeddedFont>
    <p:embeddedFont>
      <p:font typeface="Raleway Light" pitchFamily="2" charset="-52"/>
      <p:regular r:id="rId15"/>
    </p:embeddedFont>
    <p:embeddedFont>
      <p:font typeface="Roboto" panose="02000000000000000000" pitchFamily="2" charset="0"/>
      <p:regular r:id="rId16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7" d="100"/>
          <a:sy n="47" d="100"/>
        </p:scale>
        <p:origin x="3350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94B44EA-F8BC-565D-5F83-DE15BD4205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69C8054-88CB-3022-E11F-658AD6F11A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DC490-D7A3-436C-A66D-650D7BE64852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6E00CFD-3F86-20EC-DC39-AF6326FC16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6794AC-ADE6-3BD7-6938-4DF7140FE4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EC395-95B4-4369-9877-E07FCDE6C4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1940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51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537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City Events: Веб-приложение для поиска и оценки городских мероприятий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65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 работы: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Курсовой проект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387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Дисциплины: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Основы программирования и основы проектирования базы данных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809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Автор: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Галаев Рамазан Хасанович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231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Группа: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251-321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412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8320"/>
            <a:ext cx="60417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Актуальность проекта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917752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910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Растущий интерес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4401145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спроса на локальные события.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3917752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3008" y="3910727"/>
            <a:ext cx="3338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Потребность в удобстве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73008" y="4401145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Отсутствие удобных сервисов поиска мероприятий.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3006" y="3917752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15111" y="391072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Недостаток обратной связи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15111" y="4755475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Мало платформ с отзывами и рейтингами.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762953"/>
            <a:ext cx="5788938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Цель и задачи проекта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855" y="1853684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 City Events: комплексное решение для городских событий.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855" y="2433638"/>
            <a:ext cx="13140690" cy="1338382"/>
          </a:xfrm>
          <a:prstGeom prst="roundRect">
            <a:avLst>
              <a:gd name="adj" fmla="val 81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995" y="2433638"/>
            <a:ext cx="91440" cy="1338382"/>
          </a:xfrm>
          <a:prstGeom prst="roundRect">
            <a:avLst>
              <a:gd name="adj" fmla="val 9775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1049060" y="2669262"/>
            <a:ext cx="3192423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Цель проекта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49060" y="3195876"/>
            <a:ext cx="1260086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веб-приложения для поиска, просмотра и оценки городских мероприятий.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4855" y="4011454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4855" y="4350187"/>
            <a:ext cx="646390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744855" y="4502229"/>
            <a:ext cx="3839289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Проектирование базы данных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44855" y="4962287"/>
            <a:ext cx="646390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структуры данных (пользователи, события, отзывы).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21523" y="4011454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21523" y="4350187"/>
            <a:ext cx="6464022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421523" y="4502229"/>
            <a:ext cx="3740587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Реализация серверной части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421523" y="4962287"/>
            <a:ext cx="6464022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логики обработки запросов, управления данными и API.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4855" y="6015633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4855" y="6354366"/>
            <a:ext cx="646390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44855" y="6506408"/>
            <a:ext cx="5601176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Реализация пользовательского интерфейса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744855" y="6966466"/>
            <a:ext cx="646390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интуитивного и адаптивного веб-интерфейса.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421523" y="6015633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21523" y="6354366"/>
            <a:ext cx="6464022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7421523" y="6506408"/>
            <a:ext cx="604778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Обеспечение работы с отзывами и рейтингами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7421523" y="6966466"/>
            <a:ext cx="6464022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функционала для отзывов и рейтингов.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22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Предметная область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4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Веб-приложение City Events охватывает несколько ключевых сущностей, формирующих основу системы.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03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3482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3951" y="3973116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Зарегистрированные участники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4415314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Взаимодействие с платформой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603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5576054" y="3482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Мероприятия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6054" y="3973116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Городские события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76054" y="4415314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Детальная информация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3603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8157" y="3482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Отзывы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8157" y="3973116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Комментарии пользователей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018157" y="4415314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Оценки мероприятий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523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951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Избранные события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33951" y="5722263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списки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33951" y="6164461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Предпочтительные мероприятия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56884" y="53523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7797046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Категории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97046" y="5722263"/>
            <a:ext cx="6039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Классификация мероприятий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797046" y="6164461"/>
            <a:ext cx="6039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 типам: концерты, выставки, лекции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5049"/>
            <a:ext cx="72704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Используемые технологии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74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реализации проекта City Events были выбраны современные и эффективные технологии, обеспечивающие надежность и масштабируемость системы.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884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5309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566279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Язык программирования: Python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4110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Простота, читаемость кода, обширные библиотеки.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4884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0963" y="35309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3566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Фреймворк: Django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73008" y="405669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Быстрая и безопасная разработка серверной части.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34884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3065" y="35309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3566279"/>
            <a:ext cx="33622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База данных: PostgreSQL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5111" y="405669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Мощная, надежная реляционная СУБД.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904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860" y="56329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530906" y="56683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ORM: Django ORM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30906" y="6158746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Удобное взаимодействие с базой данных через Python.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56884" y="55904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1955" y="56329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194000" y="5668327"/>
            <a:ext cx="45552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Интерфейс: HTML, CSS, Bootstrap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94000" y="6158746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Адаптивный, современный и функциональный UI.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0920"/>
            <a:ext cx="59793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системы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63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Веб-приложение City Events построено на классической трехзвенной архитектуре клиент-серверного взаимодействия.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81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 (Браузер):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Обрабатывает ввод пользователя, отправляет HTTP-запросы.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(Django):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Обрабатывает запросы, взаимодействует с базой данных через ORM, реализует бизнес-логику.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57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База данных (PostgreSQL):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Надежно хранит все данные приложения.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636"/>
            <a:ext cx="7479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ER-диаграмма базы данных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2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Ключевые сущности базы данных проекта City Events и их взаимосвязи: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Пользователь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Мероприятие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Отзыв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Избранное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Категория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16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Данная схема обеспечивает целостность данных и эффективное взаимодействие между компонентами приложения.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4016"/>
            <a:ext cx="62243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Логическая модель БД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2894290"/>
            <a:ext cx="3095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Пользователь — Отзыв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384709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Один пользователь может оставлять множество отзывов (связь один-ко-многим).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6884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4000" y="2894290"/>
            <a:ext cx="3098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Мероприятие — Отзыв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000" y="3384709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Одно мероприятие может иметь множество отзывов от разных пользователей (связь один-ко-многим).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270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0906" y="5004911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Пользователь — Избранное — Мероприятие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849660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Отношение многие-ко-многим, реализованное через промежуточную таблицу "Избранное".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6884" y="49270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4000" y="5004911"/>
            <a:ext cx="36829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Категория — Мероприятие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000" y="549533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Одна категория может содержать множество мероприятий (связь один-ко-многим).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4363"/>
            <a:ext cx="8480227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Основной функционал системы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1756648"/>
            <a:ext cx="1307020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City Events предоставляет широкий спектр функций для удобного взаимодействия пользователей с городскими мероприятиями.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0098" y="3054906"/>
            <a:ext cx="4208145" cy="2353985"/>
          </a:xfrm>
          <a:prstGeom prst="roundRect">
            <a:avLst>
              <a:gd name="adj" fmla="val 621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0098" y="3024426"/>
            <a:ext cx="4208145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6" name="Shape 4"/>
          <p:cNvSpPr/>
          <p:nvPr/>
        </p:nvSpPr>
        <p:spPr>
          <a:xfrm>
            <a:off x="2549843" y="2720578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2750463" y="2887742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3462" y="3612118"/>
            <a:ext cx="3689747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Регистрация и авторизация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33462" y="4094083"/>
            <a:ext cx="37014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аккаунта, безопасный вход.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1128" y="3054906"/>
            <a:ext cx="4208145" cy="2353985"/>
          </a:xfrm>
          <a:prstGeom prst="roundRect">
            <a:avLst>
              <a:gd name="adj" fmla="val 621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11128" y="3024426"/>
            <a:ext cx="4208145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12" name="Shape 10"/>
          <p:cNvSpPr/>
          <p:nvPr/>
        </p:nvSpPr>
        <p:spPr>
          <a:xfrm>
            <a:off x="6980873" y="2720578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181493" y="2887742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64493" y="3612118"/>
            <a:ext cx="370141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Просмотр списка мероприятий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464493" y="4442341"/>
            <a:ext cx="37014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Актуальные события, детализация.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2158" y="3054906"/>
            <a:ext cx="4208145" cy="2353985"/>
          </a:xfrm>
          <a:prstGeom prst="roundRect">
            <a:avLst>
              <a:gd name="adj" fmla="val 621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42158" y="3024426"/>
            <a:ext cx="4208145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11902" y="2720578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11612523" y="2887742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5523" y="3612118"/>
            <a:ext cx="370141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Поиск и сортировка событий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9895523" y="4442341"/>
            <a:ext cx="37014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(дата, категория, место), сортировка.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80098" y="5966103"/>
            <a:ext cx="6423660" cy="1649135"/>
          </a:xfrm>
          <a:prstGeom prst="roundRect">
            <a:avLst>
              <a:gd name="adj" fmla="val 88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0098" y="5935623"/>
            <a:ext cx="6423660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5631775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220" y="5798939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33462" y="6523315"/>
            <a:ext cx="450401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Добавление отзывов и рейтингов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1033462" y="7005280"/>
            <a:ext cx="591693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Отзывы и оценки событий.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426642" y="5966103"/>
            <a:ext cx="6423660" cy="1649135"/>
          </a:xfrm>
          <a:prstGeom prst="roundRect">
            <a:avLst>
              <a:gd name="adj" fmla="val 88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26642" y="5935623"/>
            <a:ext cx="6423660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4145" y="5631775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31" name="Text 29"/>
          <p:cNvSpPr/>
          <p:nvPr/>
        </p:nvSpPr>
        <p:spPr>
          <a:xfrm>
            <a:off x="10504765" y="5798939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680008" y="6523315"/>
            <a:ext cx="338899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Добавление в избранное</a:t>
            </a:r>
            <a:endParaRPr lang="en-US" sz="2150" dirty="0"/>
          </a:p>
        </p:txBody>
      </p:sp>
      <p:sp>
        <p:nvSpPr>
          <p:cNvPr id="33" name="Text 31"/>
          <p:cNvSpPr/>
          <p:nvPr/>
        </p:nvSpPr>
        <p:spPr>
          <a:xfrm>
            <a:off x="7680008" y="7005280"/>
            <a:ext cx="591693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Сохранение событий в избранном.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3402"/>
            <a:ext cx="6645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Интерфейс приложения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622834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Главная страница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4106228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Обзор мероприятий, поиск, фильтры.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3622834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00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Страница события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194000" y="41062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Детали события: описание, место, время, отзывы.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929783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Избранное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5413177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Список избранных мероприятий.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4929783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4000" y="4922758"/>
            <a:ext cx="3622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Форма добавления отзыва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194000" y="5413177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Добавление отзыва и оценки.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Произвольный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Roboto</vt:lpstr>
      <vt:lpstr>Calibri</vt:lpstr>
      <vt:lpstr>Arial</vt:lpstr>
      <vt:lpstr>Raleway</vt:lpstr>
      <vt:lpstr>Raleway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Ramazan Galaev</cp:lastModifiedBy>
  <cp:revision>2</cp:revision>
  <dcterms:created xsi:type="dcterms:W3CDTF">2026-01-13T09:27:16Z</dcterms:created>
  <dcterms:modified xsi:type="dcterms:W3CDTF">2026-01-13T09:38:40Z</dcterms:modified>
</cp:coreProperties>
</file>